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7560000" cx="10692000"/>
  <p:notesSz cx="7560000" cy="10692000"/>
  <p:embeddedFontLst>
    <p:embeddedFont>
      <p:font typeface="Fira Sans Condense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FiraSansCondensed-regular.fntdata"/><Relationship Id="rId21" Type="http://schemas.openxmlformats.org/officeDocument/2006/relationships/slide" Target="slides/slide16.xml"/><Relationship Id="rId24" Type="http://schemas.openxmlformats.org/officeDocument/2006/relationships/font" Target="fonts/FiraSansCondensed-italic.fntdata"/><Relationship Id="rId23" Type="http://schemas.openxmlformats.org/officeDocument/2006/relationships/font" Target="fonts/FiraSansCondense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FiraSansCondense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f4f1dde_0_33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ccbf4f1dd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cbf4f1dde_0_42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cbf4f1dd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ccbf4f1dde_0_51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ccbf4f1dd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ccbf4f1dde_0_6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ccbf4f1dd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cbf4f1dde_0_69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ccbf4f1dd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ccbf4f1dde_0_78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ccbf4f1dd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cbf4f1dde_0_87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ccbf4f1dd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cbf4f1dde_0_96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ccbf4f1dd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ccbf4f1dde_0_105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ccbf4f1dd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cbf4f1dde_0_114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ccbf4f1dd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ccbf4f1dde_0_123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ccbf4f1dd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ccbf4f1dde_0_132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ccbf4f1dd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ccbf4f1dde_0_141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ccbf4f1dde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cbf4f1dde_0_15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ccbf4f1dd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ccbf4f1dde_0_159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ccbf4f1dd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ctr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</a:t>
            </a: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Local1}}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</a:t>
            </a: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Local2}}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8" name="Google Shape;58;p13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</a:t>
            </a: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Local3}}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{{Nome5}}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{{Local5}}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8" name="Google Shape;68;p14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{{Nome6}}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{{Local6}}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{{Nome7}}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{{Local7}}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6" name="Google Shape;76;p15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{{Nome8}}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7" name="Google Shape;77;p15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{{Local8}}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8" name="Google Shape;78;p15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{{Nome9}}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9" name="Google Shape;79;p15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{{Local9}}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{{Nome10}}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{{Local10}}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6" name="Google Shape;86;p16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{{Nome11}}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7" name="Google Shape;87;p16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{{Local11}}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8" name="Google Shape;88;p16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{{Nome12}}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9" name="Google Shape;89;p16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{{Local12}}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{{Nome13}}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5" name="Google Shape;95;p17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{{Local13}}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6" name="Google Shape;96;p17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{{Nome14}}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7" name="Google Shape;97;p17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{{Local14}}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8" name="Google Shape;98;p17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{{Nome15}}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9" name="Google Shape;99;p17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{{Local15}}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{{Nome16}}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5" name="Google Shape;105;p18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{{Local16}}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6" name="Google Shape;106;p18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{{Nome17}}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7" name="Google Shape;107;p18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{{Local17}}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8" name="Google Shape;108;p18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{{Nome18}}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9" name="Google Shape;109;p18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{{Local18}}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{{Nome19}}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15" name="Google Shape;115;p19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{{Local19}}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16" name="Google Shape;116;p19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{{Nome20}}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17" name="Google Shape;117;p19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{{Local20}}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18" name="Google Shape;118;p19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{{Nome21}}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19" name="Google Shape;119;p19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{{Local21}}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{{Nome22}}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5" name="Google Shape;125;p20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{{Local22}}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6" name="Google Shape;126;p20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{{Nome23}}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7" name="Google Shape;127;p20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{{Local23}}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8" name="Google Shape;128;p20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{{Nome24}}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9" name="Google Shape;129;p20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{{Local24}}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{{Nome25}}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5" name="Google Shape;135;p21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{{Local25}}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6" name="Google Shape;136;p21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{{Nome26}}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7" name="Google Shape;137;p21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{{Local26}}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8" name="Google Shape;138;p21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{{Nome27}}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9" name="Google Shape;139;p21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{{Local27}}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{{Nome28}}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{{Local28}}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6" name="Google Shape;146;p22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{{Nome29}}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7" name="Google Shape;147;p22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{{Local29}}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8" name="Google Shape;148;p22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{{Nome30}}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9" name="Google Shape;149;p22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{{Local30}}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{{Nome31}}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5" name="Google Shape;155;p23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{{Local31}}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6" name="Google Shape;156;p23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{{Nome32}}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7" name="Google Shape;157;p23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{{Local32}}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8" name="Google Shape;158;p23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{{Nome33}}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9" name="Google Shape;159;p23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{{Local33}}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{{Nome34}}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5" name="Google Shape;165;p24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{{Local34}}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6" name="Google Shape;166;p24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{{Nome35}}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7" name="Google Shape;167;p24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{{Local35}}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8" name="Google Shape;168;p24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{{Nome36}}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9" name="Google Shape;169;p24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{{Local36}}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{{Nome37}}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75" name="Google Shape;175;p25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{{Local37}}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76" name="Google Shape;176;p25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{{Nome38}}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77" name="Google Shape;177;p25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{{Local38}}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78" name="Google Shape;178;p25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{{Nome39}}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79" name="Google Shape;179;p25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{{Local39}}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{{Nome40}}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85" name="Google Shape;185;p26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{{Local40}}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86" name="Google Shape;186;p26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{{Nome41}}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87" name="Google Shape;187;p26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{{Local41}}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88" name="Google Shape;188;p26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{{Nome42}}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89" name="Google Shape;189;p26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{{Local42}}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{{Nome43}}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95" name="Google Shape;195;p27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{{Local43}}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96" name="Google Shape;196;p27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{{Nome44}}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97" name="Google Shape;197;p27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{{Local44}}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98" name="Google Shape;198;p27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{{Nome45}}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99" name="Google Shape;199;p27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{{Local45}}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{{Nome46}}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205" name="Google Shape;205;p28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{{Local46}}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206" name="Google Shape;206;p28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{{Nome47}}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207" name="Google Shape;207;p28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{{Local47}}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208" name="Google Shape;208;p28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{{Nome48}}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209" name="Google Shape;209;p28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{{Local48}}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