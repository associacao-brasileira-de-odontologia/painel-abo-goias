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7560000" cx="10692000"/>
  <p:notesSz cx="7560000" cy="10692000"/>
  <p:embeddedFontLst>
    <p:embeddedFont>
      <p:font typeface="Fira Sans Condense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iraSansCondensed-regular.fntdata"/><Relationship Id="rId21" Type="http://schemas.openxmlformats.org/officeDocument/2006/relationships/slide" Target="slides/slide16.xml"/><Relationship Id="rId24" Type="http://schemas.openxmlformats.org/officeDocument/2006/relationships/font" Target="fonts/FiraSansCondensed-italic.fntdata"/><Relationship Id="rId23" Type="http://schemas.openxmlformats.org/officeDocument/2006/relationships/font" Target="fonts/FiraSansCondense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FiraSans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f4f1dde_0_3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cbf4f1d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cbf4f1dde_0_4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cbf4f1d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cbf4f1dde_0_5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cbf4f1d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cbf4f1dde_0_6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ccbf4f1d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cbf4f1dde_0_6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cbf4f1dd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cbf4f1dde_0_78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cbf4f1dd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cbf4f1dde_0_8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cbf4f1dd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cbf4f1dde_0_96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cbf4f1d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cbf4f1dde_0_10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cbf4f1dd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cbf4f1dde_0_11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cbf4f1dd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cbf4f1dde_0_12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cbf4f1dd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cbf4f1dde_0_13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cbf4f1dd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cbf4f1dde_0_14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cbf4f1dd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cbf4f1dde_0_15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cbf4f1d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cbf4f1dde_0_15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ccbf4f1dd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Local1}}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Local2}}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Local3}}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8" name="Google Shape;68;p1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6" name="Google Shape;76;p15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8" name="Google Shape;78;p15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6" name="Google Shape;86;p16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8" name="Google Shape;88;p16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6" name="Google Shape;96;p17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8" name="Google Shape;98;p17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6" name="Google Shape;106;p18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8" name="Google Shape;108;p18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6" name="Google Shape;116;p19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8" name="Google Shape;118;p19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5" name="Google Shape;125;p20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6" name="Google Shape;126;p20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8" name="Google Shape;128;p20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" name="Google Shape;136;p21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8" name="Google Shape;138;p21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6" name="Google Shape;146;p22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7" name="Google Shape;147;p22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8" name="Google Shape;148;p22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6" name="Google Shape;156;p2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7" name="Google Shape;157;p2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8" name="Google Shape;158;p2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6" name="Google Shape;166;p2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8" name="Google Shape;168;p2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9" name="Google Shape;169;p2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5" name="Google Shape;175;p25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6" name="Google Shape;176;p25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8" name="Google Shape;178;p25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9" name="Google Shape;179;p25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6" name="Google Shape;186;p26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7" name="Google Shape;187;p26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8" name="Google Shape;188;p26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6" name="Google Shape;196;p27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8" name="Google Shape;198;p27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9" name="Google Shape;199;p27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5" name="Google Shape;205;p28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6" name="Google Shape;206;p28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7" name="Google Shape;207;p28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8" name="Google Shape;208;p28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9" name="Google Shape;209;p28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