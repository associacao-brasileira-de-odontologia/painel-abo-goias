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7560000" cx="10692000"/>
  <p:notesSz cx="7560000" cy="10692000"/>
  <p:embeddedFontLst>
    <p:embeddedFont>
      <p:font typeface="Fira Sans Condensed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ns3:sldGuideLst>
        <ns3:guide id="1" orient="horz" pos="2381">
          <ns3:clr>
            <a:srgbClr val="A4A3A4"/>
          </ns3:clr>
        </ns3:guide>
        <ns3:guide id="2" pos="3368">
          <ns3:clr>
            <a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381" orient="horz"/>
        <p:guide pos="3368"/>
      </p:guideLst>
    </p:cSldViewPr>
  </p:slideViewPr>
</p:viewPr>
</file>

<file path=ppt/_rels/presentation.xml.rels><?xml version='1.0' encoding='utf-8'?>
<Relationships xmlns="http://schemas.openxmlformats.org/package/2006/relationships"><Relationship Id="rId22" Type="http://schemas.openxmlformats.org/officeDocument/2006/relationships/font" Target="fonts/FiraSansCondensed-regular.fntdata" /><Relationship Id="rId24" Type="http://schemas.openxmlformats.org/officeDocument/2006/relationships/font" Target="fonts/FiraSansCondensed-italic.fntdata" /><Relationship Id="rId23" Type="http://schemas.openxmlformats.org/officeDocument/2006/relationships/font" Target="fonts/FiraSansCondensed-bold.fntdata" /><Relationship Id="rId1" Type="http://schemas.openxmlformats.org/officeDocument/2006/relationships/theme" Target="theme/theme1.xml" /><Relationship Id="rId2" Type="http://schemas.openxmlformats.org/officeDocument/2006/relationships/viewProps" Target="viewProps.xml" /><Relationship Id="rId3" Type="http://schemas.openxmlformats.org/officeDocument/2006/relationships/presProps" Target="presProps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4.xml" /><Relationship Id="rId25" Type="http://schemas.openxmlformats.org/officeDocument/2006/relationships/font" Target="fonts/FiraSansCondensed-boldItalic.fntdata" /><Relationship Id="rId5" Type="http://schemas.openxmlformats.org/officeDocument/2006/relationships/notesMaster" Target="notesMasters/notesMaster1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11" Type="http://schemas.openxmlformats.org/officeDocument/2006/relationships/slide" Target="slides/slide6.xml" /><Relationship Id="rId10" Type="http://schemas.openxmlformats.org/officeDocument/2006/relationships/slide" Target="slides/slide5.xml" /><Relationship Id="rId13" Type="http://schemas.openxmlformats.org/officeDocument/2006/relationships/slide" Target="slides/slide8.xml" /><Relationship Id="rId12" Type="http://schemas.openxmlformats.org/officeDocument/2006/relationships/slide" Target="slides/slide7.xml" /><Relationship Id="rId15" Type="http://schemas.openxmlformats.org/officeDocument/2006/relationships/slide" Target="slides/slide10.xml" /><Relationship Id="rId14" Type="http://schemas.openxmlformats.org/officeDocument/2006/relationships/slide" Target="slides/slide9.xml" /><Relationship Id="rId17" Type="http://schemas.openxmlformats.org/officeDocument/2006/relationships/slide" Target="slides/slide12.xml" /><Relationship Id="rId16" Type="http://schemas.openxmlformats.org/officeDocument/2006/relationships/slide" Target="slides/slide11.xml" 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ccbf4f1dde_0_33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ccbf4f1dd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ccbf4f1dde_0_42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ccbf4f1dd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ccbf4f1dde_0_51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ccbf4f1dd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ccbf4f1dde_0_60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ccbf4f1dd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ccbf4f1dde_0_69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ccbf4f1dde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ccbf4f1dde_0_78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ccbf4f1dde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ccbf4f1dde_0_87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ccbf4f1dde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ccbf4f1dde_0_96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ccbf4f1dde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ccbf4f1dde_0_105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ccbf4f1dde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ccbf4f1dde_0_114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ccbf4f1dde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ccbf4f1dde_0_123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ccbf4f1dde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64478" y="1094388"/>
            <a:ext cx="9963000" cy="3016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1pPr>
            <a:lvl2pPr lvl="1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2pPr>
            <a:lvl3pPr lvl="2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3pPr>
            <a:lvl4pPr lvl="3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4pPr>
            <a:lvl5pPr lvl="4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5pPr>
            <a:lvl6pPr lvl="5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6pPr>
            <a:lvl7pPr lvl="6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7pPr>
            <a:lvl8pPr lvl="7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8pPr>
            <a:lvl9pPr lvl="8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64468" y="4165643"/>
            <a:ext cx="9963000" cy="11649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4468" y="3161354"/>
            <a:ext cx="9963000" cy="12372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64468" y="1693927"/>
            <a:ext cx="9963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64468" y="1693927"/>
            <a:ext cx="4677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650483" y="1693927"/>
            <a:ext cx="4677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64468" y="816630"/>
            <a:ext cx="3283500" cy="11106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64468" y="2042457"/>
            <a:ext cx="3283500" cy="46731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73245" y="661638"/>
            <a:ext cx="7445700" cy="60126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1pPr>
            <a:lvl2pPr lvl="1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346000" y="-184"/>
            <a:ext cx="5346000" cy="75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10447" y="1812541"/>
            <a:ext cx="4730100" cy="21786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10447" y="4120005"/>
            <a:ext cx="4730100" cy="18153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775715" y="1064257"/>
            <a:ext cx="4486500" cy="54312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-374650" lvl="0" marL="457200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64468" y="6218168"/>
            <a:ext cx="7014300" cy="8895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64468" y="1625801"/>
            <a:ext cx="9963000" cy="28860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64468" y="4633192"/>
            <a:ext cx="9963000" cy="19119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 algn="ctr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64468" y="1693927"/>
            <a:ext cx="9963000" cy="50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  <a:defRPr sz="2300">
                <a:solidFill>
                  <a:schemeClr val="dk2"/>
                </a:solidFill>
              </a:defRPr>
            </a:lvl1pPr>
            <a:lvl2pPr indent="-3429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2pPr>
            <a:lvl3pPr indent="-3429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3pPr>
            <a:lvl4pPr indent="-3429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4pPr>
            <a:lvl5pPr indent="-3429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5pPr>
            <a:lvl6pPr indent="-3429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6pPr>
            <a:lvl7pPr indent="-3429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7pPr>
            <a:lvl8pPr indent="-3429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8pPr>
            <a:lvl9pPr indent="-3429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CAMILA VILLAS BOAS MELO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ITABERAÍ - GO</a:t>
            </a: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/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56" name="Google Shape;56;p13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CAMILA VILLAS BOAS MELO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ITABERAÍ - GO</a:t>
            </a: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/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58" name="Google Shape;58;p13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DAYNNE CRISTINNE DE OLIVEIRA CARVALHO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ANICUNS - GO</a:t>
            </a: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/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DAYNNE CRISTINNE DE OLIVEIRA CARVALHO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ANICUNS - GO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66" name="Google Shape;66;p14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DEBORA FURTADO DA SILVEIRA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67" name="Google Shape;67;p14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TUCUMÃ - PA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68" name="Google Shape;68;p14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DEBORA FURTADO DA SILVEIRA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69" name="Google Shape;69;p14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TUCUMÃ - PA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FABIANE MARTINS DE OLIVEIRA PAULA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75" name="Google Shape;75;p15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GOIÂNIA - GO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76" name="Google Shape;76;p15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FABIANE MARTINS DE OLIVEIRA PAULA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77" name="Google Shape;77;p15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GOIÂNIA - GO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78" name="Google Shape;78;p15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GABRIELA DA CUNHA RABELO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79" name="Google Shape;79;p15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GOIÂNIA - GO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GABRIELA DA CUNHA RABELO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85" name="Google Shape;85;p16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GOIÂNIA - GO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86" name="Google Shape;86;p16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GABRIELA RODRIGUES DOS SANTOS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87" name="Google Shape;87;p16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BARRA DO GARÇAS - MT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88" name="Google Shape;88;p16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GABRIELA RODRIGUES DOS SANTOS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89" name="Google Shape;89;p16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BARRA DO GARÇAS - MT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HELLEN ALVES PEREIRA VALENÇA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95" name="Google Shape;95;p17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GUARAÍ - TO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96" name="Google Shape;96;p17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HELLEN ALVES PEREIRA VALENÇA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97" name="Google Shape;97;p17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GUARAÍ - TO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98" name="Google Shape;98;p17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KAYQUE ALVES DE AZEVEDO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99" name="Google Shape;99;p17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GOIÂNIA - GO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KAYQUE ALVES DE AZEVEDO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05" name="Google Shape;105;p18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GOIÂNIA - GO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06" name="Google Shape;106;p18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KELLY CRISTINA LONDES VIEIRA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07" name="Google Shape;107;p18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MOSSÂMEDES - GO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08" name="Google Shape;108;p18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KELLY CRISTINA LONDES VIEIRA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09" name="Google Shape;109;p18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MOSSÂMEDES - GO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LUANA DE PAULA ROSSETO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15" name="Google Shape;115;p19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LUÍS EDUARDO MAGALHÃES - BA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16" name="Google Shape;116;p19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LUANA DE PAULA ROSSETO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17" name="Google Shape;117;p19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LUÍS EDUARDO MAGALHÃES - BA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18" name="Google Shape;118;p19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MARIA GABRIELLA LUIZA DE OLIVEIRA MARTINS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19" name="Google Shape;119;p19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GOIÂNIA - GO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MARIA GABRIELLA LUIZA DE OLIVEIRA MARTINS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25" name="Google Shape;125;p20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GOIÂNIA - GO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26" name="Google Shape;126;p20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MARIANA BEATRIZ BATAGLIN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27" name="Google Shape;127;p20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GOIÂNIA - GO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28" name="Google Shape;128;p20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MARIANA BEATRIZ BATAGLIN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29" name="Google Shape;129;p20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GOIÂNIA - GO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MELISSA BESSA AMARAL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35" name="Google Shape;135;p21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GOIÂNIA - GO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36" name="Google Shape;136;p21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MELISSA BESSA AMARAL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37" name="Google Shape;137;p21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GOIÂNIA - GO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38" name="Google Shape;138;p21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RITHA DE KASSIA OLIVEIRA DELFINO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39" name="Google Shape;139;p21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PALMAS - TO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RITHA DE KASSIA OLIVEIRA DELFINO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45" name="Google Shape;145;p22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PALMAS - TO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46" name="Google Shape;146;p22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ROBERTA GOULART CRUZ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47" name="Google Shape;147;p22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GOIÂNIA - GO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48" name="Google Shape;148;p22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ROBERTA GOULART CRUZ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49" name="Google Shape;149;p22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GOIÂNIA - GO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ROSANE DE OLIVEIRA REIS PIMENTA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55" name="Google Shape;155;p23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APARECIDA DE GOIÂNIA - GO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56" name="Google Shape;156;p23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ROSANE DE OLIVEIRA REIS PIMENTA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57" name="Google Shape;157;p23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APARECIDA DE GOIÂNIA - GO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58" name="Google Shape;158;p23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SAMARA RODRIGUES URBANO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59" name="Google Shape;159;p23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BOM JESUS DE GOIÁS - GO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/>
          <p:nvPr>
            <p:ph type="ctrTitle"/>
          </p:nvPr>
        </p:nvSpPr>
        <p:spPr>
          <a:xfrm>
            <a:off x="364475" y="8565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SAMARA RODRIGUES URBANO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65" name="Google Shape;165;p24"/>
          <p:cNvSpPr txBox="1"/>
          <p:nvPr>
            <p:ph idx="1" type="subTitle"/>
          </p:nvPr>
        </p:nvSpPr>
        <p:spPr>
          <a:xfrm>
            <a:off x="364500" y="12945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BOM JESUS DE GOIÁS - GO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66" name="Google Shape;166;p24"/>
          <p:cNvSpPr txBox="1"/>
          <p:nvPr>
            <p:ph type="ctrTitle"/>
          </p:nvPr>
        </p:nvSpPr>
        <p:spPr>
          <a:xfrm>
            <a:off x="364475" y="341680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THAYNAN BRUNA DA SILVA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67" name="Google Shape;167;p24"/>
          <p:cNvSpPr txBox="1"/>
          <p:nvPr>
            <p:ph idx="1" type="subTitle"/>
          </p:nvPr>
        </p:nvSpPr>
        <p:spPr>
          <a:xfrm>
            <a:off x="364500" y="385482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GOIÂNIA - GO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68" name="Google Shape;168;p24"/>
          <p:cNvSpPr txBox="1"/>
          <p:nvPr>
            <p:ph type="ctrTitle"/>
          </p:nvPr>
        </p:nvSpPr>
        <p:spPr>
          <a:xfrm>
            <a:off x="364475" y="5911150"/>
            <a:ext cx="9963000" cy="721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latin typeface="Fira Sans Condensed"/>
                <a:ea typeface="Fira Sans Condensed"/>
                <a:cs typeface="Fira Sans Condensed"/>
                <a:sym typeface="Fira Sans Condensed"/>
              </a:rPr>
              <a:t>THAYNAN BRUNA DA SILVA</a:t>
            </a:r>
            <a:endParaRPr b="1" sz="3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69" name="Google Shape;169;p24"/>
          <p:cNvSpPr txBox="1"/>
          <p:nvPr>
            <p:ph idx="1" type="subTitle"/>
          </p:nvPr>
        </p:nvSpPr>
        <p:spPr>
          <a:xfrm>
            <a:off x="364500" y="6349172"/>
            <a:ext cx="9963000" cy="72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Fira Sans Condensed"/>
                <a:ea typeface="Fira Sans Condensed"/>
                <a:cs typeface="Fira Sans Condensed"/>
                <a:sym typeface="Fira Sans Condensed"/>
              </a:rPr>
              <a:t>GOIÂNIA - GO</a:t>
            </a:r>
            <a:endParaRPr sz="2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