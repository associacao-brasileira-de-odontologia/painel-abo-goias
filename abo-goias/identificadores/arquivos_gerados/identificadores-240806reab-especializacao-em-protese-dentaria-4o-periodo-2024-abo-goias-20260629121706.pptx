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7560000" cx="10692000"/>
  <p:notesSz cx="7560000" cy="10692000"/>
  <p:embeddedFontLst>
    <p:embeddedFont>
      <p:font typeface="Fira Sans Condense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2381">
          <ns3:clr>
            <a:srgbClr val="A4A3A4"/>
          </ns3:clr>
        </ns3:guide>
        <ns3:guide id="2" pos="3368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'1.0' encoding='utf-8'?>
<Relationships xmlns="http://schemas.openxmlformats.org/package/2006/relationships"><Relationship Id="rId22" Type="http://schemas.openxmlformats.org/officeDocument/2006/relationships/font" Target="fonts/FiraSansCondensed-regular.fntdata" /><Relationship Id="rId24" Type="http://schemas.openxmlformats.org/officeDocument/2006/relationships/font" Target="fonts/FiraSansCondensed-italic.fntdata" /><Relationship Id="rId23" Type="http://schemas.openxmlformats.org/officeDocument/2006/relationships/font" Target="fonts/FiraSansCondensed-bold.fntdata" /><Relationship Id="rId1" Type="http://schemas.openxmlformats.org/officeDocument/2006/relationships/theme" Target="theme/theme2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4.xml" /><Relationship Id="rId25" Type="http://schemas.openxmlformats.org/officeDocument/2006/relationships/font" Target="fonts/FiraSansCondensed-boldItalic.fntdata" /><Relationship Id="rId5" Type="http://schemas.openxmlformats.org/officeDocument/2006/relationships/notesMaster" Target="notesMasters/notes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11" Type="http://schemas.openxmlformats.org/officeDocument/2006/relationships/slide" Target="slides/slide6.xml" /><Relationship Id="rId10" Type="http://schemas.openxmlformats.org/officeDocument/2006/relationships/slide" Target="slides/slide5.xml" 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f4f1dde_0_3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cbf4f1d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cbf4f1dde_0_4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cbf4f1d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cbf4f1dde_0_5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cbf4f1d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cbf4f1dde_0_6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ccbf4f1d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cbf4f1dde_0_6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cbf4f1dd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BRENDA SÂMYLLA SILVA SOUSA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BRENDA SÂMYLLA SILVA SOUSA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ARAGARÇAS - GO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CINDY BAVARESCO DE MELO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CINDY BAVARESCO DE MELO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NOVA XAVANTINA - MT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DINORAH JOSEPHINA FRANCO GIOMETTI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8" name="Google Shape;68;p1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DINORAH JOSEPHINA FRANCO GIOMETTI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LEILA LINS SILVA DE SOUZA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6" name="Google Shape;76;p15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LEILA LINS SILVA DE SOUZA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BRASÍLIA - DF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8" name="Google Shape;78;p15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LETICIA SOUSA MORAES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LETICIA SOUSA MORAES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6" name="Google Shape;86;p16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LUANA PEREIRA SILVA LAZARI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8" name="Google Shape;88;p16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LUANA PEREIRA SILVA LAZARI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PONTALINA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MATHEUS PEREIRA MARQUES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6" name="Google Shape;96;p17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MATHEUS PEREIRA MARQUES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APARECIDA DE 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8" name="Google Shape;98;p17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SUENNE MARTINS PONTES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SUENNE MARTINS PONTES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TRINDADE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6" name="Google Shape;106;p18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VERÔNICA SANTOS DE SOUZA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8" name="Google Shape;108;p18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VERÔNICA SANTOS DE SOUZA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GUARAÍ - TO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